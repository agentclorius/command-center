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NIS2 &amp; IT Asset Disposition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9696"/>
                </a:solidFill>
              </a:defRPr>
            </a:pPr>
            <a:r>
              <a:t>Hvad sker der når devices forlader din virksomhed?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Hver retired device er en compliance-risiko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📱 Medarbejder stopper → laptop afleveres → hvad så?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🔓 Data breach fra forkert håndteret device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📋 Audit: "Kan du bevise sikker sletning?"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⚠️ NIS2 kræver fuld dokumentation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De fleste virksomheder har et hul 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NIS2 Article 21: Supply Chain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• Supply chain security → ITAD-leverandører skal være certificerede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• Risk management → Dokumenterede processer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• Incident handling → Fuld sporbarhed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• Audit &amp; compliance → Bevisbyrde ligger hos dig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⚠️ Bøde: Op til €10M eller 2% af global omsætning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Returna: Fuld kontrol over device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Medarbejder → Logistik → Return Hub → Sletning → Certifikat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✓ Chain of custody hele vejen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✓ ISO certificerede partnere (27001/14001)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✓ NIST 800-88 data sletning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✓ Per-device dokumentation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Én platform. Global dækning. Fuld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Hvad du får med Returna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✅ Certificeret Partner Netværk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     ISO 27001 / ISO 14001 Return Hubs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✅ Fuld Sporbarhed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     Chain of custody fra medarbejder til disposition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✅ Per-Device Dokumentation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     Certifikater klar til audit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✅ Global Visibility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     Én platform for alle lokationer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Hvem er i NIS2 scope?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50+ ansatte ELLER €10M+ omsætning: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Essential: Energi • Transport • Bank • Sundhed • Digital infra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Important: Produktion • Fødevarer • Forskning • Digitale tjenester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Uden vs. Med Returna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Data breach:     ❌ Høj risiko    →    ✅ Minimal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Audit docs:       ❌ Mangler       →    ✅ Fuld sporbarhed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Supply chain:   ❌ Ukendte       →    ✅ Certificerede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Bøderisiko:       ❌ €10M          →    ✅ Dokumenteret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AA"/>
                </a:solidFill>
              </a:defRPr>
            </a:pPr>
            <a:r>
              <a:t>Kom i gang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1️⃣  CONNECT — Integration med jeres ITSM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2️⃣  TRACK — Alle devices på én platform</a:t>
            </a: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E6E6E6"/>
                </a:solidFill>
              </a:defRPr>
            </a:pPr>
            <a:r>
              <a:t>3️⃣  REPORT — Compliance docs automatisk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Lad os tage en snak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9696"/>
                </a:solidFill>
              </a:defRPr>
            </a:pPr>
            <a:r>
              <a:t>returna.com  •  hello@returna.com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